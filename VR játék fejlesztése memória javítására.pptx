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1EEAB4-1CF1-E1BF-431F-54154B0C7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VR játék fejlesztése memória javítására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02C691B-BAE6-A38A-F62A-C0068D2E5B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KészÍtette</a:t>
            </a:r>
            <a:r>
              <a:rPr lang="hu-HU" dirty="0"/>
              <a:t>:						Témavezető:</a:t>
            </a:r>
          </a:p>
          <a:p>
            <a:r>
              <a:rPr lang="hu-HU" dirty="0"/>
              <a:t> Vörös Bálint Miklós					Szabó Patrícia</a:t>
            </a:r>
          </a:p>
        </p:txBody>
      </p:sp>
    </p:spTree>
    <p:extLst>
      <p:ext uri="{BB962C8B-B14F-4D97-AF65-F5344CB8AC3E}">
        <p14:creationId xmlns:p14="http://schemas.microsoft.com/office/powerpoint/2010/main" val="18438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0E2637-D93B-C45C-8224-CA5F66FC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bEVEZETÉS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566711-DDDF-7EFF-DC16-22FDD867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Alkalmazás célja</a:t>
            </a:r>
          </a:p>
          <a:p>
            <a:r>
              <a:rPr lang="hu-HU" dirty="0"/>
              <a:t>Alkalmazás létjogosultsága</a:t>
            </a:r>
          </a:p>
          <a:p>
            <a:r>
              <a:rPr lang="hu-HU" dirty="0"/>
              <a:t>Témaválasztás indoka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7738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5CDB97-D870-9276-F476-2AEBC7C2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r>
              <a:rPr lang="hu-HU" dirty="0"/>
              <a:t>FELADAT Leírása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571977-A6B3-5D83-F6AA-30376178E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alkalmazás tematikája/felépítése</a:t>
            </a:r>
          </a:p>
          <a:p>
            <a:r>
              <a:rPr lang="hu-HU" dirty="0"/>
              <a:t>Funkciók bemutatása</a:t>
            </a:r>
          </a:p>
          <a:p>
            <a:r>
              <a:rPr lang="hu-HU" dirty="0"/>
              <a:t>Az alkalmazás különböző játékai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003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7A4C38-6CD3-95B3-F44D-3A5661F6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Versenytárs </a:t>
            </a:r>
            <a:r>
              <a:rPr lang="hu-HU" dirty="0" err="1"/>
              <a:t>elemezés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7887B9-828C-2F5D-0386-4C00921C8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Enchance</a:t>
            </a:r>
            <a:r>
              <a:rPr lang="hu-HU" dirty="0"/>
              <a:t> VR</a:t>
            </a:r>
          </a:p>
          <a:p>
            <a:r>
              <a:rPr lang="hu-HU" dirty="0" err="1"/>
              <a:t>Water</a:t>
            </a:r>
            <a:r>
              <a:rPr lang="hu-HU" dirty="0"/>
              <a:t> </a:t>
            </a:r>
            <a:r>
              <a:rPr lang="hu-HU" dirty="0" err="1"/>
              <a:t>Bears</a:t>
            </a:r>
            <a:r>
              <a:rPr lang="hu-HU" dirty="0"/>
              <a:t> VR</a:t>
            </a:r>
          </a:p>
          <a:p>
            <a:r>
              <a:rPr lang="hu-HU" dirty="0" err="1"/>
              <a:t>Labyrinth</a:t>
            </a:r>
            <a:r>
              <a:rPr lang="hu-HU" dirty="0"/>
              <a:t> VR</a:t>
            </a:r>
          </a:p>
          <a:p>
            <a:r>
              <a:rPr lang="hu-HU" dirty="0" err="1"/>
              <a:t>Librarium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000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644BB5-7386-E141-7AB2-A83678D4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Fejlesztői környezet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B737E2-4851-BD91-9369-7CADA6F9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  <a:p>
            <a:r>
              <a:rPr lang="hu-HU" dirty="0" err="1"/>
              <a:t>Blender</a:t>
            </a:r>
            <a:endParaRPr lang="hu-HU" dirty="0"/>
          </a:p>
          <a:p>
            <a:r>
              <a:rPr lang="hu-HU" dirty="0" err="1"/>
              <a:t>Unity</a:t>
            </a:r>
            <a:endParaRPr lang="hu-HU" dirty="0"/>
          </a:p>
          <a:p>
            <a:r>
              <a:rPr lang="hu-HU" dirty="0"/>
              <a:t>C#</a:t>
            </a:r>
          </a:p>
          <a:p>
            <a:r>
              <a:rPr lang="hu-HU" dirty="0"/>
              <a:t>VS </a:t>
            </a:r>
            <a:r>
              <a:rPr lang="hu-HU" dirty="0" err="1"/>
              <a:t>Code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7975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16B8B3-060E-B333-280D-5ECAB0F8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 technológia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AAAD94D-8559-24F0-4274-B1543632C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OPENXR</a:t>
            </a:r>
          </a:p>
          <a:p>
            <a:r>
              <a:rPr lang="hu-HU" dirty="0"/>
              <a:t>XR </a:t>
            </a:r>
            <a:r>
              <a:rPr lang="hu-HU" dirty="0" err="1"/>
              <a:t>Toolkit</a:t>
            </a:r>
            <a:endParaRPr lang="hu-HU" dirty="0"/>
          </a:p>
          <a:p>
            <a:r>
              <a:rPr lang="hu-HU" dirty="0" err="1"/>
              <a:t>Oculus</a:t>
            </a:r>
            <a:r>
              <a:rPr lang="hu-HU" dirty="0"/>
              <a:t> </a:t>
            </a:r>
            <a:r>
              <a:rPr lang="hu-HU" dirty="0" err="1"/>
              <a:t>quest</a:t>
            </a:r>
            <a:r>
              <a:rPr lang="hu-HU" dirty="0"/>
              <a:t> 2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369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81069E-5934-CD58-D2DA-B76449B0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bemutatása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1C0B67-2352-45D8-299E-C4EEAC4F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Kezdeti tevékenység</a:t>
            </a:r>
          </a:p>
          <a:p>
            <a:r>
              <a:rPr lang="hu-HU" dirty="0"/>
              <a:t>Játékokban való részvétel</a:t>
            </a:r>
          </a:p>
          <a:p>
            <a:r>
              <a:rPr lang="hu-HU" dirty="0"/>
              <a:t>Nehézség állítás</a:t>
            </a:r>
          </a:p>
          <a:p>
            <a:r>
              <a:rPr lang="hu-HU" dirty="0"/>
              <a:t>Kamera funkciók átállítása</a:t>
            </a:r>
          </a:p>
          <a:p>
            <a:r>
              <a:rPr lang="hu-HU" dirty="0"/>
              <a:t>Teleportálás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7488491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TM10001114[[fn=Galéria]]</Template>
  <TotalTime>84</TotalTime>
  <Words>87</Words>
  <Application>Microsoft Office PowerPoint</Application>
  <PresentationFormat>Szélesvásznú</PresentationFormat>
  <Paragraphs>33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Galéria</vt:lpstr>
      <vt:lpstr>VR játék fejlesztése memória javítására</vt:lpstr>
      <vt:lpstr>bEVEZETÉS</vt:lpstr>
      <vt:lpstr>FELADAT Leírása</vt:lpstr>
      <vt:lpstr>Versenytárs elemezés</vt:lpstr>
      <vt:lpstr>Fejlesztői környezet</vt:lpstr>
      <vt:lpstr>Felhasznált  technológia</vt:lpstr>
      <vt:lpstr>Alkalmazás bemutatása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játék fejlesztése memória javítására</dc:title>
  <dc:creator>Vörös Bálint Miklós</dc:creator>
  <cp:lastModifiedBy>Vörös Bálint Miklós</cp:lastModifiedBy>
  <cp:revision>3</cp:revision>
  <dcterms:created xsi:type="dcterms:W3CDTF">2023-05-08T06:22:53Z</dcterms:created>
  <dcterms:modified xsi:type="dcterms:W3CDTF">2023-05-08T07:47:30Z</dcterms:modified>
</cp:coreProperties>
</file>